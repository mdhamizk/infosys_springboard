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610E74-BC67-4538-AAC6-2D74D814328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EE567-1E92-4556-B467-037A97EE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8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EE567-1E92-4556-B467-037A97EE06C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91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0" y="1645920"/>
            <a:ext cx="48764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Personal Experience &amp;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4FC3F7"/>
                </a:solidFill>
                <a:latin typeface="Segoe UI"/>
              </a:defRPr>
            </a:pPr>
            <a:r>
              <a:t>Infosys Springboard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CCCCCC"/>
                </a:solidFill>
                <a:latin typeface="Segoe UI"/>
              </a:defRPr>
            </a:pPr>
            <a:r>
              <a:t>Election Analytics Project (ElectViz)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114800"/>
            <a:ext cx="48764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D54F"/>
                </a:solidFill>
                <a:latin typeface="Segoe UI"/>
              </a:defRPr>
            </a:pPr>
            <a:r>
              <a:t>Hamiz  ·  Team Leader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82880"/>
            <a:ext cx="2011680" cy="502920"/>
          </a:xfrm>
          <a:prstGeom prst="roundRect">
            <a:avLst/>
          </a:prstGeom>
          <a:solidFill>
            <a:srgbClr val="002B55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4FC3F7"/>
                </a:solidFill>
                <a:latin typeface="Segoe UI"/>
              </a:defRPr>
            </a:pPr>
            <a:r>
              <a:t>Infosys Springboard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8580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Aspiring data analyst - Power BI, Excel, Python, SQL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Undergraduate in Computer Science / IT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Joined Infosys Springboard for real-world project exposure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Motivated by large-scale election data analytics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Passionate about converting raw data into visual insights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Eager to apply analytics in public-interest domains</a:t>
            </a:r>
          </a:p>
        </p:txBody>
      </p:sp>
      <p:sp>
        <p:nvSpPr>
          <p:cNvPr id="5" name="Oval 4"/>
          <p:cNvSpPr/>
          <p:nvPr/>
        </p:nvSpPr>
        <p:spPr>
          <a:xfrm>
            <a:off x="8961120" y="2011680"/>
            <a:ext cx="2286000" cy="2286000"/>
          </a:xfrm>
          <a:prstGeom prst="ellipse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Segoe UI"/>
              </a:defRPr>
            </a:pPr>
            <a:r>
              <a:t>Infosys Springboard · Election Analytics (ElectViz)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Overview of My Role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Team Leader - coordinated tasks, timelines &amp; deliverables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Led dataset merging across 36 states into unified master CSV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Maintained project GitHub repo (version control, branches)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Designed end-to-end architecture flow for data pipeline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Built M3 dashboards - Real-Time Results &amp; Analytics views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▸  Bridge between team and project mentors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280160"/>
            <a:ext cx="3840480" cy="201168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D54F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Task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Timeline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2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Mentor 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566160"/>
            <a:ext cx="3840480" cy="201168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367588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07ACC"/>
                </a:solidFill>
                <a:latin typeface="Segoe UI"/>
              </a:defRPr>
            </a:pPr>
            <a:r>
              <a:t>Technical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Dataset merging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389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GitHub repo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7091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Dashboard builder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Segoe UI"/>
              </a:defRPr>
            </a:pPr>
            <a:r>
              <a:t>Infosys Springboard · Election Analytics (ElectViz)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Technical Skills Gained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74720" cy="320040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89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07ACC"/>
                </a:solidFill>
                <a:latin typeface="Segoe UI"/>
              </a:defRPr>
            </a:pPr>
            <a:r>
              <a:t>Data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Null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Duplicate removal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Type casting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74720" cy="320040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389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D54F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Dashboard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DAX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Slicers &amp;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280160"/>
            <a:ext cx="3474720" cy="320040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39" y="1389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8A3D"/>
                </a:solidFill>
                <a:latin typeface="Segoe UI"/>
              </a:defRPr>
            </a:pPr>
            <a:r>
              <a:t>Dataset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Star schema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36-state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Schema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These skills were gained hands-on through Milestone tasks, not just theory.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Segoe UI"/>
              </a:defRPr>
            </a:pPr>
            <a:r>
              <a:t>Infosys Springboard · Election Analytics (ElectViz)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Tools &amp; Technologies I Used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1463040"/>
            <a:ext cx="914400" cy="9144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007ACC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Dashboard creation,</a:t>
            </a:r>
            <a:br/>
            <a:r>
              <a:t>visualizations &amp; reports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4CAF50"/>
                </a:solidFill>
                <a:latin typeface="Segoe UI"/>
              </a:defRPr>
            </a:pPr>
            <a:r>
              <a:t>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Data cleaning,</a:t>
            </a:r>
            <a:br/>
            <a:r>
              <a:t>preliminary analysis</a:t>
            </a:r>
          </a:p>
        </p:txBody>
      </p:sp>
      <p:sp>
        <p:nvSpPr>
          <p:cNvPr id="10" name="Oval 9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4FC3F7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Version control,</a:t>
            </a:r>
            <a:br/>
            <a:r>
              <a:t>collaboration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0" y="1463040"/>
            <a:ext cx="914400" cy="91440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66353" y="2572778"/>
            <a:ext cx="3230575" cy="35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FFD54F"/>
                </a:solidFill>
                <a:latin typeface="Segoe UI"/>
              </a:defRPr>
            </a:pPr>
            <a:r>
              <a:rPr lang="en-IN" dirty="0"/>
              <a:t>Data Collection &amp; Integration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144000" y="3017520"/>
            <a:ext cx="2926080" cy="69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rPr lang="en-US" dirty="0"/>
              <a:t>Gathered election data from official online sources and unified it through structured cleaning and merging.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Key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Dataset merging (36 state-level files)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Data standardization (14-column schema)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Party name normalization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Format consistency enforcement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Segoe UI"/>
              </a:defRPr>
            </a:pPr>
            <a:r>
              <a:t>Infosys Springboard · Election Analytics (ElectViz)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My Milestone Dashboard (M3)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398026"/>
            <a:ext cx="44805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●  Real-Time Results Dashboard for election night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●  Live vote tallies, leading candidates &amp; party standings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●  Helps </a:t>
            </a:r>
            <a:r>
              <a:rPr lang="en-IN" sz="1400" dirty="0">
                <a:solidFill>
                  <a:srgbClr val="CCCCCC"/>
                </a:solidFill>
                <a:latin typeface="Segoe UI"/>
              </a:rPr>
              <a:t>Media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make data-backed calls quickly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●  Slicers: State, Party, Constituency filtering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>
                <a:solidFill>
                  <a:srgbClr val="CCCC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●  Key: seat projections, vote share, swing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CCCC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Built in Power BI · Milestone M3 deliverable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82880"/>
            <a:ext cx="2011680" cy="457200"/>
          </a:xfrm>
          <a:prstGeom prst="roundRect">
            <a:avLst/>
          </a:prstGeom>
          <a:solidFill>
            <a:srgbClr val="002B55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4FC3F7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Infosys Springboard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CCCCCC"/>
                </a:solidFill>
                <a:latin typeface="Segoe U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Infosys Springboard Internship · ElectViz Project · Hamiz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81506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CCCCCC"/>
                </a:solidFill>
                <a:latin typeface="Segoe UI"/>
              </a:defRPr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1" name="Picture 10" descr="M3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Challenges &amp; How I Solved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73152" cy="9144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FF8A3D"/>
                </a:solidFill>
                <a:latin typeface="Segoe UI"/>
              </a:defRPr>
            </a:pPr>
            <a:r>
              <a:t>Incomplete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Solution: Filled gaps using cross-referencing with ECI &amp; alternative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73152" cy="9144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FFD54F"/>
                </a:solidFill>
                <a:latin typeface="Segoe UI"/>
              </a:defRPr>
            </a:pPr>
            <a:r>
              <a:t>Format Inconsistencies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Solution: Standardized all data into a uniform 14-column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39"/>
            <a:ext cx="73152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007ACC"/>
                </a:solidFill>
                <a:latin typeface="Segoe UI"/>
              </a:defRPr>
            </a:pPr>
            <a:r>
              <a:t>Large-Volume Merging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Solution: Automated merging scripts; validated row-count integrity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29200"/>
            <a:ext cx="73152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4CAF50"/>
                </a:solidFill>
                <a:latin typeface="Segoe UI"/>
              </a:defRPr>
            </a:pPr>
            <a:r>
              <a:t>Timeline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Solution: Set milestones, tracked progress, resolved blockers early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Segoe UI"/>
              </a:defRPr>
            </a:pPr>
            <a:r>
              <a:t>Infosys Springboard · Election Analytics (ElectViz)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94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8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Team Collaboration </a:t>
            </a:r>
            <a:r>
              <a:rPr lang="en-IN" dirty="0"/>
              <a:t>&amp; Leadership </a:t>
            </a:r>
            <a:r>
              <a:rPr dirty="0"/>
              <a:t>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228600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298448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07ACC"/>
                </a:solidFill>
                <a:latin typeface="Segoe UI"/>
              </a:defRPr>
            </a:pPr>
            <a:r>
              <a:t>Work Division &amp;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Divided work by state regions across 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Used GitHub for code/data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Regular sync-ups to track progress &amp; resolve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Ensured consistent column naming &amp; data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298448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D54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Clear communication prevents 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Consistent standards save integration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Leading by example builds team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Delegation is a skill — not just task assignment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11064240" cy="164592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95020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4FC3F7"/>
                </a:solidFill>
                <a:latin typeface="Segoe UI"/>
              </a:defRPr>
            </a:pPr>
            <a:r>
              <a:t>Leadership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10607040" cy="28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▸ Stepped into the TL role </a:t>
            </a:r>
            <a:r>
              <a:rPr lang="en-IN" dirty="0"/>
              <a:t>-</a:t>
            </a:r>
            <a:r>
              <a:rPr dirty="0"/>
              <a:t> learned to balance doing vs. delegating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Gained confidence in decision-making under tight deadlines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79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Built a collaborative team culture where everyone felt heard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Segoe UI"/>
              </a:defRPr>
            </a:pPr>
            <a:r>
              <a:t>Infosys Springboard · Election Analytics (ElectViz)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My Key Learnings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383280" cy="411480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298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07ACC"/>
                </a:solidFill>
                <a:latin typeface="Segoe UI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Power BI dashboard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Star schema data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Dataset architecture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DAX formulas &amp;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Data cleaning best practices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383280" cy="411480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298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D54F"/>
                </a:solidFill>
                <a:latin typeface="Segoe UI"/>
              </a:defRPr>
            </a:pPr>
            <a:r>
              <a:t>Professional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Clear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Project planning &amp; 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Stakeholder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Documentation practices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71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Team leadership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88720"/>
            <a:ext cx="3383280" cy="4114800"/>
          </a:xfrm>
          <a:prstGeom prst="roundRect">
            <a:avLst/>
          </a:prstGeom>
          <a:solidFill>
            <a:srgbClr val="002B55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298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8A3D"/>
                </a:solidFill>
                <a:latin typeface="Segoe UI"/>
              </a:defRPr>
            </a:pPr>
            <a:r>
              <a:t>Personal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Confidence in leading a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Problem-solving under pressure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Adaptability to new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Self-discipline &amp;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71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▸ Growth mindset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Segoe UI"/>
              </a:defRPr>
            </a:pPr>
            <a:r>
              <a:t>Infosys Springboard · Election Analytics (ElectViz)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316678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▸  Transformative learning experience - technical depth + real-world project management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▸  Hands-on with India's election data across 36 states &amp; 1000s of constituencies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▸  Grew as a data analyst, communicator, and team leader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▸  Skills &amp; confidence gained will directly shape my career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Grateful to my mentor and the Infosys Springboard team for their guidance and support throughout this journey.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6172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D54F"/>
                </a:solidFill>
                <a:latin typeface="Segoe UI"/>
              </a:defRPr>
            </a:pPr>
            <a:r>
              <a:t>Hamiz  ·  Team Leader  ·  Infosys Springboard Internship  ·  ElectViz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726</Words>
  <Application>Microsoft Office PowerPoint</Application>
  <PresentationFormat>Widescreen</PresentationFormat>
  <Paragraphs>137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Hamiz K</cp:lastModifiedBy>
  <cp:revision>4</cp:revision>
  <dcterms:created xsi:type="dcterms:W3CDTF">2013-01-27T09:14:16Z</dcterms:created>
  <dcterms:modified xsi:type="dcterms:W3CDTF">2026-03-04T13:28:56Z</dcterms:modified>
  <cp:category/>
</cp:coreProperties>
</file>